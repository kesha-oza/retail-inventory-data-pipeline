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83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2A82979-0415-4F66-A4C5-B1864EFBAFE5}" v="123" dt="2026-03-24T16:18:39.77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69" d="100"/>
          <a:sy n="69" d="100"/>
        </p:scale>
        <p:origin x="328" y="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koza90210@gmail.com" userId="9d53b8651bab0e02" providerId="LiveId" clId="{F99070D4-0EC4-40BF-9298-F753368A74B3}"/>
    <pc:docChg chg="undo custSel addSld delSld modSld">
      <pc:chgData name="kkoza90210@gmail.com" userId="9d53b8651bab0e02" providerId="LiveId" clId="{F99070D4-0EC4-40BF-9298-F753368A74B3}" dt="2026-03-24T16:19:16.441" v="916" actId="20577"/>
      <pc:docMkLst>
        <pc:docMk/>
      </pc:docMkLst>
      <pc:sldChg chg="modSp mod">
        <pc:chgData name="kkoza90210@gmail.com" userId="9d53b8651bab0e02" providerId="LiveId" clId="{F99070D4-0EC4-40BF-9298-F753368A74B3}" dt="2026-03-24T16:18:39.775" v="910"/>
        <pc:sldMkLst>
          <pc:docMk/>
          <pc:sldMk cId="0" sldId="256"/>
        </pc:sldMkLst>
        <pc:spChg chg="mod">
          <ac:chgData name="kkoza90210@gmail.com" userId="9d53b8651bab0e02" providerId="LiveId" clId="{F99070D4-0EC4-40BF-9298-F753368A74B3}" dt="2026-03-24T16:18:39.775" v="910"/>
          <ac:spMkLst>
            <pc:docMk/>
            <pc:sldMk cId="0" sldId="256"/>
            <ac:spMk id="2" creationId="{00000000-0000-0000-0000-000000000000}"/>
          </ac:spMkLst>
        </pc:spChg>
        <pc:spChg chg="mod">
          <ac:chgData name="kkoza90210@gmail.com" userId="9d53b8651bab0e02" providerId="LiveId" clId="{F99070D4-0EC4-40BF-9298-F753368A74B3}" dt="2026-03-24T16:18:39.775" v="910"/>
          <ac:spMkLst>
            <pc:docMk/>
            <pc:sldMk cId="0" sldId="256"/>
            <ac:spMk id="3" creationId="{00000000-0000-0000-0000-000000000000}"/>
          </ac:spMkLst>
        </pc:spChg>
      </pc:sldChg>
      <pc:sldChg chg="addSp delSp modSp mod">
        <pc:chgData name="kkoza90210@gmail.com" userId="9d53b8651bab0e02" providerId="LiveId" clId="{F99070D4-0EC4-40BF-9298-F753368A74B3}" dt="2026-03-24T16:18:39.775" v="910"/>
        <pc:sldMkLst>
          <pc:docMk/>
          <pc:sldMk cId="0" sldId="257"/>
        </pc:sldMkLst>
        <pc:spChg chg="mod">
          <ac:chgData name="kkoza90210@gmail.com" userId="9d53b8651bab0e02" providerId="LiveId" clId="{F99070D4-0EC4-40BF-9298-F753368A74B3}" dt="2026-03-24T16:18:39.775" v="910"/>
          <ac:spMkLst>
            <pc:docMk/>
            <pc:sldMk cId="0" sldId="257"/>
            <ac:spMk id="2" creationId="{00000000-0000-0000-0000-000000000000}"/>
          </ac:spMkLst>
        </pc:spChg>
        <pc:spChg chg="add del mod">
          <ac:chgData name="kkoza90210@gmail.com" userId="9d53b8651bab0e02" providerId="LiveId" clId="{F99070D4-0EC4-40BF-9298-F753368A74B3}" dt="2026-03-24T16:18:39.775" v="910"/>
          <ac:spMkLst>
            <pc:docMk/>
            <pc:sldMk cId="0" sldId="257"/>
            <ac:spMk id="3" creationId="{00000000-0000-0000-0000-000000000000}"/>
          </ac:spMkLst>
        </pc:spChg>
        <pc:spChg chg="add">
          <ac:chgData name="kkoza90210@gmail.com" userId="9d53b8651bab0e02" providerId="LiveId" clId="{F99070D4-0EC4-40BF-9298-F753368A74B3}" dt="2026-03-24T15:29:44.667" v="0"/>
          <ac:spMkLst>
            <pc:docMk/>
            <pc:sldMk cId="0" sldId="257"/>
            <ac:spMk id="4" creationId="{A4A5E821-FE06-1FF1-962F-1BCC54EC6870}"/>
          </ac:spMkLst>
        </pc:spChg>
        <pc:spChg chg="add mod">
          <ac:chgData name="kkoza90210@gmail.com" userId="9d53b8651bab0e02" providerId="LiveId" clId="{F99070D4-0EC4-40BF-9298-F753368A74B3}" dt="2026-03-24T15:31:20.073" v="121"/>
          <ac:spMkLst>
            <pc:docMk/>
            <pc:sldMk cId="0" sldId="257"/>
            <ac:spMk id="5" creationId="{D0E2C66B-C7C2-A484-C65D-BAFC950D4F2A}"/>
          </ac:spMkLst>
        </pc:spChg>
      </pc:sldChg>
      <pc:sldChg chg="addSp modSp mod">
        <pc:chgData name="kkoza90210@gmail.com" userId="9d53b8651bab0e02" providerId="LiveId" clId="{F99070D4-0EC4-40BF-9298-F753368A74B3}" dt="2026-03-24T16:18:39.775" v="910"/>
        <pc:sldMkLst>
          <pc:docMk/>
          <pc:sldMk cId="0" sldId="258"/>
        </pc:sldMkLst>
        <pc:spChg chg="mod">
          <ac:chgData name="kkoza90210@gmail.com" userId="9d53b8651bab0e02" providerId="LiveId" clId="{F99070D4-0EC4-40BF-9298-F753368A74B3}" dt="2026-03-24T16:18:39.775" v="910"/>
          <ac:spMkLst>
            <pc:docMk/>
            <pc:sldMk cId="0" sldId="258"/>
            <ac:spMk id="2" creationId="{00000000-0000-0000-0000-000000000000}"/>
          </ac:spMkLst>
        </pc:spChg>
        <pc:spChg chg="mod">
          <ac:chgData name="kkoza90210@gmail.com" userId="9d53b8651bab0e02" providerId="LiveId" clId="{F99070D4-0EC4-40BF-9298-F753368A74B3}" dt="2026-03-24T16:18:39.775" v="910"/>
          <ac:spMkLst>
            <pc:docMk/>
            <pc:sldMk cId="0" sldId="258"/>
            <ac:spMk id="3" creationId="{00000000-0000-0000-0000-000000000000}"/>
          </ac:spMkLst>
        </pc:spChg>
        <pc:spChg chg="add">
          <ac:chgData name="kkoza90210@gmail.com" userId="9d53b8651bab0e02" providerId="LiveId" clId="{F99070D4-0EC4-40BF-9298-F753368A74B3}" dt="2026-03-24T15:33:51.196" v="227"/>
          <ac:spMkLst>
            <pc:docMk/>
            <pc:sldMk cId="0" sldId="258"/>
            <ac:spMk id="4" creationId="{FFD426A8-626B-D112-CAAE-337CD14BC378}"/>
          </ac:spMkLst>
        </pc:spChg>
      </pc:sldChg>
      <pc:sldChg chg="modSp mod">
        <pc:chgData name="kkoza90210@gmail.com" userId="9d53b8651bab0e02" providerId="LiveId" clId="{F99070D4-0EC4-40BF-9298-F753368A74B3}" dt="2026-03-24T16:18:39.775" v="910"/>
        <pc:sldMkLst>
          <pc:docMk/>
          <pc:sldMk cId="0" sldId="259"/>
        </pc:sldMkLst>
        <pc:spChg chg="mod">
          <ac:chgData name="kkoza90210@gmail.com" userId="9d53b8651bab0e02" providerId="LiveId" clId="{F99070D4-0EC4-40BF-9298-F753368A74B3}" dt="2026-03-24T16:18:39.775" v="910"/>
          <ac:spMkLst>
            <pc:docMk/>
            <pc:sldMk cId="0" sldId="259"/>
            <ac:spMk id="2" creationId="{00000000-0000-0000-0000-000000000000}"/>
          </ac:spMkLst>
        </pc:spChg>
        <pc:spChg chg="mod">
          <ac:chgData name="kkoza90210@gmail.com" userId="9d53b8651bab0e02" providerId="LiveId" clId="{F99070D4-0EC4-40BF-9298-F753368A74B3}" dt="2026-03-24T16:18:39.775" v="910"/>
          <ac:spMkLst>
            <pc:docMk/>
            <pc:sldMk cId="0" sldId="259"/>
            <ac:spMk id="3" creationId="{00000000-0000-0000-0000-000000000000}"/>
          </ac:spMkLst>
        </pc:spChg>
      </pc:sldChg>
      <pc:sldChg chg="addSp delSp modSp mod setBg delDesignElem">
        <pc:chgData name="kkoza90210@gmail.com" userId="9d53b8651bab0e02" providerId="LiveId" clId="{F99070D4-0EC4-40BF-9298-F753368A74B3}" dt="2026-03-24T16:13:09.319" v="866"/>
        <pc:sldMkLst>
          <pc:docMk/>
          <pc:sldMk cId="0" sldId="260"/>
        </pc:sldMkLst>
        <pc:spChg chg="mod">
          <ac:chgData name="kkoza90210@gmail.com" userId="9d53b8651bab0e02" providerId="LiveId" clId="{F99070D4-0EC4-40BF-9298-F753368A74B3}" dt="2026-03-24T16:11:22.729" v="862" actId="26606"/>
          <ac:spMkLst>
            <pc:docMk/>
            <pc:sldMk cId="0" sldId="260"/>
            <ac:spMk id="2" creationId="{00000000-0000-0000-0000-000000000000}"/>
          </ac:spMkLst>
        </pc:spChg>
        <pc:spChg chg="mod">
          <ac:chgData name="kkoza90210@gmail.com" userId="9d53b8651bab0e02" providerId="LiveId" clId="{F99070D4-0EC4-40BF-9298-F753368A74B3}" dt="2026-03-24T16:11:22.729" v="862" actId="26606"/>
          <ac:spMkLst>
            <pc:docMk/>
            <pc:sldMk cId="0" sldId="260"/>
            <ac:spMk id="3" creationId="{00000000-0000-0000-0000-000000000000}"/>
          </ac:spMkLst>
        </pc:spChg>
        <pc:spChg chg="add del">
          <ac:chgData name="kkoza90210@gmail.com" userId="9d53b8651bab0e02" providerId="LiveId" clId="{F99070D4-0EC4-40BF-9298-F753368A74B3}" dt="2026-03-24T16:11:20.619" v="859" actId="26606"/>
          <ac:spMkLst>
            <pc:docMk/>
            <pc:sldMk cId="0" sldId="260"/>
            <ac:spMk id="5" creationId="{83030214-227F-42DB-9282-BBA6AF8D94A8}"/>
          </ac:spMkLst>
        </pc:spChg>
        <pc:spChg chg="add del">
          <ac:chgData name="kkoza90210@gmail.com" userId="9d53b8651bab0e02" providerId="LiveId" clId="{F99070D4-0EC4-40BF-9298-F753368A74B3}" dt="2026-03-24T16:11:20.619" v="859" actId="26606"/>
          <ac:spMkLst>
            <pc:docMk/>
            <pc:sldMk cId="0" sldId="260"/>
            <ac:spMk id="6" creationId="{0D7A9289-BAD1-4A78-979F-A655C886DBF5}"/>
          </ac:spMkLst>
        </pc:spChg>
        <pc:spChg chg="add del">
          <ac:chgData name="kkoza90210@gmail.com" userId="9d53b8651bab0e02" providerId="LiveId" clId="{F99070D4-0EC4-40BF-9298-F753368A74B3}" dt="2026-03-24T15:38:31.754" v="256"/>
          <ac:spMkLst>
            <pc:docMk/>
            <pc:sldMk cId="0" sldId="260"/>
            <ac:spMk id="8" creationId="{3A9C15D4-2EE7-4D05-B87C-91D1F3B9604B}"/>
          </ac:spMkLst>
        </pc:spChg>
        <pc:spChg chg="add del">
          <ac:chgData name="kkoza90210@gmail.com" userId="9d53b8651bab0e02" providerId="LiveId" clId="{F99070D4-0EC4-40BF-9298-F753368A74B3}" dt="2026-03-24T16:11:22.718" v="861" actId="26606"/>
          <ac:spMkLst>
            <pc:docMk/>
            <pc:sldMk cId="0" sldId="260"/>
            <ac:spMk id="9" creationId="{CD306B45-25EE-434D-ABA9-A27B79320CFF}"/>
          </ac:spMkLst>
        </pc:spChg>
        <pc:spChg chg="add del">
          <ac:chgData name="kkoza90210@gmail.com" userId="9d53b8651bab0e02" providerId="LiveId" clId="{F99070D4-0EC4-40BF-9298-F753368A74B3}" dt="2026-03-24T15:38:31.754" v="256"/>
          <ac:spMkLst>
            <pc:docMk/>
            <pc:sldMk cId="0" sldId="260"/>
            <ac:spMk id="10" creationId="{4ED7B0FB-9654-4441-9545-02D458B68620}"/>
          </ac:spMkLst>
        </pc:spChg>
        <pc:spChg chg="add del">
          <ac:chgData name="kkoza90210@gmail.com" userId="9d53b8651bab0e02" providerId="LiveId" clId="{F99070D4-0EC4-40BF-9298-F753368A74B3}" dt="2026-03-24T16:11:22.718" v="861" actId="26606"/>
          <ac:spMkLst>
            <pc:docMk/>
            <pc:sldMk cId="0" sldId="260"/>
            <ac:spMk id="11" creationId="{0A42F85E-4939-431E-8B4A-EC07C8E0AB65}"/>
          </ac:spMkLst>
        </pc:spChg>
        <pc:spChg chg="add del">
          <ac:chgData name="kkoza90210@gmail.com" userId="9d53b8651bab0e02" providerId="LiveId" clId="{F99070D4-0EC4-40BF-9298-F753368A74B3}" dt="2026-03-24T16:13:09.319" v="866"/>
          <ac:spMkLst>
            <pc:docMk/>
            <pc:sldMk cId="0" sldId="260"/>
            <ac:spMk id="29" creationId="{83030214-227F-42DB-9282-BBA6AF8D94A8}"/>
          </ac:spMkLst>
        </pc:spChg>
        <pc:spChg chg="add del">
          <ac:chgData name="kkoza90210@gmail.com" userId="9d53b8651bab0e02" providerId="LiveId" clId="{F99070D4-0EC4-40BF-9298-F753368A74B3}" dt="2026-03-24T16:13:09.319" v="866"/>
          <ac:spMkLst>
            <pc:docMk/>
            <pc:sldMk cId="0" sldId="260"/>
            <ac:spMk id="30" creationId="{0D7A9289-BAD1-4A78-979F-A655C886DBF5}"/>
          </ac:spMkLst>
        </pc:spChg>
        <pc:grpChg chg="add del">
          <ac:chgData name="kkoza90210@gmail.com" userId="9d53b8651bab0e02" providerId="LiveId" clId="{F99070D4-0EC4-40BF-9298-F753368A74B3}" dt="2026-03-24T16:11:22.718" v="861" actId="26606"/>
          <ac:grpSpMkLst>
            <pc:docMk/>
            <pc:sldMk cId="0" sldId="260"/>
            <ac:grpSpMk id="27" creationId="{5D2B17EF-74EB-4C33-B2E2-8E727B2E7D68}"/>
          </ac:grpSpMkLst>
        </pc:grpChg>
        <pc:picChg chg="add del">
          <ac:chgData name="kkoza90210@gmail.com" userId="9d53b8651bab0e02" providerId="LiveId" clId="{F99070D4-0EC4-40BF-9298-F753368A74B3}" dt="2026-03-24T15:38:31.754" v="256"/>
          <ac:picMkLst>
            <pc:docMk/>
            <pc:sldMk cId="0" sldId="260"/>
            <ac:picMk id="12" creationId="{7BB94C57-FDF3-45A3-9D1F-904523D795D4}"/>
          </ac:picMkLst>
        </pc:picChg>
        <pc:picChg chg="add del">
          <ac:chgData name="kkoza90210@gmail.com" userId="9d53b8651bab0e02" providerId="LiveId" clId="{F99070D4-0EC4-40BF-9298-F753368A74B3}" dt="2026-03-24T15:38:31.754" v="256"/>
          <ac:picMkLst>
            <pc:docMk/>
            <pc:sldMk cId="0" sldId="260"/>
            <ac:picMk id="14" creationId="{6AEBDF1A-221A-4497-BBA9-57A70D161510}"/>
          </ac:picMkLst>
        </pc:picChg>
        <pc:cxnChg chg="add del">
          <ac:chgData name="kkoza90210@gmail.com" userId="9d53b8651bab0e02" providerId="LiveId" clId="{F99070D4-0EC4-40BF-9298-F753368A74B3}" dt="2026-03-24T16:11:22.718" v="861" actId="26606"/>
          <ac:cxnSpMkLst>
            <pc:docMk/>
            <pc:sldMk cId="0" sldId="260"/>
            <ac:cxnSpMk id="13" creationId="{27EBB3F9-D6F7-4F6A-8843-9FEBA15E4969}"/>
          </ac:cxnSpMkLst>
        </pc:cxnChg>
      </pc:sldChg>
      <pc:sldChg chg="modSp mod">
        <pc:chgData name="kkoza90210@gmail.com" userId="9d53b8651bab0e02" providerId="LiveId" clId="{F99070D4-0EC4-40BF-9298-F753368A74B3}" dt="2026-03-24T16:18:39.775" v="910"/>
        <pc:sldMkLst>
          <pc:docMk/>
          <pc:sldMk cId="0" sldId="261"/>
        </pc:sldMkLst>
        <pc:spChg chg="mod">
          <ac:chgData name="kkoza90210@gmail.com" userId="9d53b8651bab0e02" providerId="LiveId" clId="{F99070D4-0EC4-40BF-9298-F753368A74B3}" dt="2026-03-24T16:18:39.775" v="910"/>
          <ac:spMkLst>
            <pc:docMk/>
            <pc:sldMk cId="0" sldId="261"/>
            <ac:spMk id="2" creationId="{00000000-0000-0000-0000-000000000000}"/>
          </ac:spMkLst>
        </pc:spChg>
        <pc:spChg chg="mod">
          <ac:chgData name="kkoza90210@gmail.com" userId="9d53b8651bab0e02" providerId="LiveId" clId="{F99070D4-0EC4-40BF-9298-F753368A74B3}" dt="2026-03-24T16:18:39.775" v="910"/>
          <ac:spMkLst>
            <pc:docMk/>
            <pc:sldMk cId="0" sldId="261"/>
            <ac:spMk id="3" creationId="{00000000-0000-0000-0000-000000000000}"/>
          </ac:spMkLst>
        </pc:spChg>
      </pc:sldChg>
      <pc:sldChg chg="modSp mod">
        <pc:chgData name="kkoza90210@gmail.com" userId="9d53b8651bab0e02" providerId="LiveId" clId="{F99070D4-0EC4-40BF-9298-F753368A74B3}" dt="2026-03-24T16:18:39.775" v="910"/>
        <pc:sldMkLst>
          <pc:docMk/>
          <pc:sldMk cId="0" sldId="262"/>
        </pc:sldMkLst>
        <pc:spChg chg="mod">
          <ac:chgData name="kkoza90210@gmail.com" userId="9d53b8651bab0e02" providerId="LiveId" clId="{F99070D4-0EC4-40BF-9298-F753368A74B3}" dt="2026-03-24T16:18:39.775" v="910"/>
          <ac:spMkLst>
            <pc:docMk/>
            <pc:sldMk cId="0" sldId="262"/>
            <ac:spMk id="2" creationId="{00000000-0000-0000-0000-000000000000}"/>
          </ac:spMkLst>
        </pc:spChg>
        <pc:spChg chg="mod">
          <ac:chgData name="kkoza90210@gmail.com" userId="9d53b8651bab0e02" providerId="LiveId" clId="{F99070D4-0EC4-40BF-9298-F753368A74B3}" dt="2026-03-24T16:18:39.775" v="910"/>
          <ac:spMkLst>
            <pc:docMk/>
            <pc:sldMk cId="0" sldId="262"/>
            <ac:spMk id="3" creationId="{00000000-0000-0000-0000-000000000000}"/>
          </ac:spMkLst>
        </pc:spChg>
      </pc:sldChg>
      <pc:sldChg chg="addSp delSp modSp mod setBg delDesignElem">
        <pc:chgData name="kkoza90210@gmail.com" userId="9d53b8651bab0e02" providerId="LiveId" clId="{F99070D4-0EC4-40BF-9298-F753368A74B3}" dt="2026-03-24T16:13:09.319" v="866"/>
        <pc:sldMkLst>
          <pc:docMk/>
          <pc:sldMk cId="0" sldId="263"/>
        </pc:sldMkLst>
        <pc:spChg chg="mod">
          <ac:chgData name="kkoza90210@gmail.com" userId="9d53b8651bab0e02" providerId="LiveId" clId="{F99070D4-0EC4-40BF-9298-F753368A74B3}" dt="2026-03-24T16:12:01.505" v="863" actId="26606"/>
          <ac:spMkLst>
            <pc:docMk/>
            <pc:sldMk cId="0" sldId="263"/>
            <ac:spMk id="2" creationId="{00000000-0000-0000-0000-000000000000}"/>
          </ac:spMkLst>
        </pc:spChg>
        <pc:spChg chg="mod">
          <ac:chgData name="kkoza90210@gmail.com" userId="9d53b8651bab0e02" providerId="LiveId" clId="{F99070D4-0EC4-40BF-9298-F753368A74B3}" dt="2026-03-24T16:12:01.505" v="863" actId="26606"/>
          <ac:spMkLst>
            <pc:docMk/>
            <pc:sldMk cId="0" sldId="263"/>
            <ac:spMk id="3" creationId="{00000000-0000-0000-0000-000000000000}"/>
          </ac:spMkLst>
        </pc:spChg>
        <pc:spChg chg="add del">
          <ac:chgData name="kkoza90210@gmail.com" userId="9d53b8651bab0e02" providerId="LiveId" clId="{F99070D4-0EC4-40BF-9298-F753368A74B3}" dt="2026-03-24T16:13:09.319" v="866"/>
          <ac:spMkLst>
            <pc:docMk/>
            <pc:sldMk cId="0" sldId="263"/>
            <ac:spMk id="5" creationId="{83030214-227F-42DB-9282-BBA6AF8D94A8}"/>
          </ac:spMkLst>
        </pc:spChg>
        <pc:spChg chg="add del">
          <ac:chgData name="kkoza90210@gmail.com" userId="9d53b8651bab0e02" providerId="LiveId" clId="{F99070D4-0EC4-40BF-9298-F753368A74B3}" dt="2026-03-24T16:13:09.319" v="866"/>
          <ac:spMkLst>
            <pc:docMk/>
            <pc:sldMk cId="0" sldId="263"/>
            <ac:spMk id="6" creationId="{0D7A9289-BAD1-4A78-979F-A655C886DBF5}"/>
          </ac:spMkLst>
        </pc:spChg>
        <pc:spChg chg="add del">
          <ac:chgData name="kkoza90210@gmail.com" userId="9d53b8651bab0e02" providerId="LiveId" clId="{F99070D4-0EC4-40BF-9298-F753368A74B3}" dt="2026-03-24T15:47:00.343" v="332"/>
          <ac:spMkLst>
            <pc:docMk/>
            <pc:sldMk cId="0" sldId="263"/>
            <ac:spMk id="8" creationId="{3A9C15D4-2EE7-4D05-B87C-91D1F3B9604B}"/>
          </ac:spMkLst>
        </pc:spChg>
        <pc:spChg chg="add del">
          <ac:chgData name="kkoza90210@gmail.com" userId="9d53b8651bab0e02" providerId="LiveId" clId="{F99070D4-0EC4-40BF-9298-F753368A74B3}" dt="2026-03-24T15:47:00.343" v="332"/>
          <ac:spMkLst>
            <pc:docMk/>
            <pc:sldMk cId="0" sldId="263"/>
            <ac:spMk id="10" creationId="{4ED7B0FB-9654-4441-9545-02D458B68620}"/>
          </ac:spMkLst>
        </pc:spChg>
        <pc:picChg chg="add del">
          <ac:chgData name="kkoza90210@gmail.com" userId="9d53b8651bab0e02" providerId="LiveId" clId="{F99070D4-0EC4-40BF-9298-F753368A74B3}" dt="2026-03-24T15:47:00.343" v="332"/>
          <ac:picMkLst>
            <pc:docMk/>
            <pc:sldMk cId="0" sldId="263"/>
            <ac:picMk id="12" creationId="{7BB94C57-FDF3-45A3-9D1F-904523D795D4}"/>
          </ac:picMkLst>
        </pc:picChg>
        <pc:picChg chg="add del">
          <ac:chgData name="kkoza90210@gmail.com" userId="9d53b8651bab0e02" providerId="LiveId" clId="{F99070D4-0EC4-40BF-9298-F753368A74B3}" dt="2026-03-24T15:47:00.343" v="332"/>
          <ac:picMkLst>
            <pc:docMk/>
            <pc:sldMk cId="0" sldId="263"/>
            <ac:picMk id="14" creationId="{6AEBDF1A-221A-4497-BBA9-57A70D161510}"/>
          </ac:picMkLst>
        </pc:picChg>
      </pc:sldChg>
      <pc:sldChg chg="modSp mod">
        <pc:chgData name="kkoza90210@gmail.com" userId="9d53b8651bab0e02" providerId="LiveId" clId="{F99070D4-0EC4-40BF-9298-F753368A74B3}" dt="2026-03-24T16:18:05.728" v="909"/>
        <pc:sldMkLst>
          <pc:docMk/>
          <pc:sldMk cId="0" sldId="264"/>
        </pc:sldMkLst>
        <pc:spChg chg="mod">
          <ac:chgData name="kkoza90210@gmail.com" userId="9d53b8651bab0e02" providerId="LiveId" clId="{F99070D4-0EC4-40BF-9298-F753368A74B3}" dt="2026-03-24T16:09:38.441" v="847"/>
          <ac:spMkLst>
            <pc:docMk/>
            <pc:sldMk cId="0" sldId="264"/>
            <ac:spMk id="2" creationId="{00000000-0000-0000-0000-000000000000}"/>
          </ac:spMkLst>
        </pc:spChg>
        <pc:spChg chg="mod">
          <ac:chgData name="kkoza90210@gmail.com" userId="9d53b8651bab0e02" providerId="LiveId" clId="{F99070D4-0EC4-40BF-9298-F753368A74B3}" dt="2026-03-24T16:18:05.728" v="909"/>
          <ac:spMkLst>
            <pc:docMk/>
            <pc:sldMk cId="0" sldId="264"/>
            <ac:spMk id="3" creationId="{00000000-0000-0000-0000-000000000000}"/>
          </ac:spMkLst>
        </pc:spChg>
        <pc:picChg chg="mod">
          <ac:chgData name="kkoza90210@gmail.com" userId="9d53b8651bab0e02" providerId="LiveId" clId="{F99070D4-0EC4-40BF-9298-F753368A74B3}" dt="2026-03-24T15:49:29.128" v="349" actId="1076"/>
          <ac:picMkLst>
            <pc:docMk/>
            <pc:sldMk cId="0" sldId="264"/>
            <ac:picMk id="5" creationId="{3FEF39DF-0230-EC28-675E-6E3D06C5604E}"/>
          </ac:picMkLst>
        </pc:picChg>
      </pc:sldChg>
      <pc:sldChg chg="addSp modSp mod">
        <pc:chgData name="kkoza90210@gmail.com" userId="9d53b8651bab0e02" providerId="LiveId" clId="{F99070D4-0EC4-40BF-9298-F753368A74B3}" dt="2026-03-24T15:51:48.475" v="365" actId="14100"/>
        <pc:sldMkLst>
          <pc:docMk/>
          <pc:sldMk cId="0" sldId="265"/>
        </pc:sldMkLst>
        <pc:spChg chg="mod">
          <ac:chgData name="kkoza90210@gmail.com" userId="9d53b8651bab0e02" providerId="LiveId" clId="{F99070D4-0EC4-40BF-9298-F753368A74B3}" dt="2026-03-24T15:51:48.475" v="365" actId="14100"/>
          <ac:spMkLst>
            <pc:docMk/>
            <pc:sldMk cId="0" sldId="265"/>
            <ac:spMk id="3" creationId="{00000000-0000-0000-0000-000000000000}"/>
          </ac:spMkLst>
        </pc:spChg>
        <pc:spChg chg="add">
          <ac:chgData name="kkoza90210@gmail.com" userId="9d53b8651bab0e02" providerId="LiveId" clId="{F99070D4-0EC4-40BF-9298-F753368A74B3}" dt="2026-03-24T15:50:50.623" v="358"/>
          <ac:spMkLst>
            <pc:docMk/>
            <pc:sldMk cId="0" sldId="265"/>
            <ac:spMk id="4" creationId="{89FDF834-DB44-AF1A-681F-FEF920DD6B1F}"/>
          </ac:spMkLst>
        </pc:spChg>
        <pc:spChg chg="add">
          <ac:chgData name="kkoza90210@gmail.com" userId="9d53b8651bab0e02" providerId="LiveId" clId="{F99070D4-0EC4-40BF-9298-F753368A74B3}" dt="2026-03-24T15:50:56.101" v="359"/>
          <ac:spMkLst>
            <pc:docMk/>
            <pc:sldMk cId="0" sldId="265"/>
            <ac:spMk id="6" creationId="{0DE6B9A3-7F08-6B76-B78F-9D7AC9CE81EC}"/>
          </ac:spMkLst>
        </pc:spChg>
      </pc:sldChg>
      <pc:sldChg chg="modSp mod">
        <pc:chgData name="kkoza90210@gmail.com" userId="9d53b8651bab0e02" providerId="LiveId" clId="{F99070D4-0EC4-40BF-9298-F753368A74B3}" dt="2026-03-24T16:18:39.775" v="910"/>
        <pc:sldMkLst>
          <pc:docMk/>
          <pc:sldMk cId="0" sldId="266"/>
        </pc:sldMkLst>
        <pc:spChg chg="mod">
          <ac:chgData name="kkoza90210@gmail.com" userId="9d53b8651bab0e02" providerId="LiveId" clId="{F99070D4-0EC4-40BF-9298-F753368A74B3}" dt="2026-03-24T16:18:39.775" v="910"/>
          <ac:spMkLst>
            <pc:docMk/>
            <pc:sldMk cId="0" sldId="266"/>
            <ac:spMk id="2" creationId="{00000000-0000-0000-0000-000000000000}"/>
          </ac:spMkLst>
        </pc:spChg>
        <pc:spChg chg="mod">
          <ac:chgData name="kkoza90210@gmail.com" userId="9d53b8651bab0e02" providerId="LiveId" clId="{F99070D4-0EC4-40BF-9298-F753368A74B3}" dt="2026-03-24T16:18:39.775" v="910"/>
          <ac:spMkLst>
            <pc:docMk/>
            <pc:sldMk cId="0" sldId="266"/>
            <ac:spMk id="3" creationId="{00000000-0000-0000-0000-000000000000}"/>
          </ac:spMkLst>
        </pc:spChg>
      </pc:sldChg>
      <pc:sldChg chg="modSp mod">
        <pc:chgData name="kkoza90210@gmail.com" userId="9d53b8651bab0e02" providerId="LiveId" clId="{F99070D4-0EC4-40BF-9298-F753368A74B3}" dt="2026-03-24T16:18:39.775" v="910"/>
        <pc:sldMkLst>
          <pc:docMk/>
          <pc:sldMk cId="0" sldId="267"/>
        </pc:sldMkLst>
        <pc:spChg chg="mod">
          <ac:chgData name="kkoza90210@gmail.com" userId="9d53b8651bab0e02" providerId="LiveId" clId="{F99070D4-0EC4-40BF-9298-F753368A74B3}" dt="2026-03-24T16:18:39.775" v="910"/>
          <ac:spMkLst>
            <pc:docMk/>
            <pc:sldMk cId="0" sldId="267"/>
            <ac:spMk id="2" creationId="{00000000-0000-0000-0000-000000000000}"/>
          </ac:spMkLst>
        </pc:spChg>
        <pc:spChg chg="mod">
          <ac:chgData name="kkoza90210@gmail.com" userId="9d53b8651bab0e02" providerId="LiveId" clId="{F99070D4-0EC4-40BF-9298-F753368A74B3}" dt="2026-03-24T16:18:39.775" v="910"/>
          <ac:spMkLst>
            <pc:docMk/>
            <pc:sldMk cId="0" sldId="267"/>
            <ac:spMk id="3" creationId="{00000000-0000-0000-0000-000000000000}"/>
          </ac:spMkLst>
        </pc:spChg>
      </pc:sldChg>
      <pc:sldChg chg="modSp mod">
        <pc:chgData name="kkoza90210@gmail.com" userId="9d53b8651bab0e02" providerId="LiveId" clId="{F99070D4-0EC4-40BF-9298-F753368A74B3}" dt="2026-03-24T16:19:16.441" v="916" actId="20577"/>
        <pc:sldMkLst>
          <pc:docMk/>
          <pc:sldMk cId="0" sldId="268"/>
        </pc:sldMkLst>
        <pc:spChg chg="mod">
          <ac:chgData name="kkoza90210@gmail.com" userId="9d53b8651bab0e02" providerId="LiveId" clId="{F99070D4-0EC4-40BF-9298-F753368A74B3}" dt="2026-03-24T16:18:39.775" v="910"/>
          <ac:spMkLst>
            <pc:docMk/>
            <pc:sldMk cId="0" sldId="268"/>
            <ac:spMk id="2" creationId="{00000000-0000-0000-0000-000000000000}"/>
          </ac:spMkLst>
        </pc:spChg>
        <pc:spChg chg="mod">
          <ac:chgData name="kkoza90210@gmail.com" userId="9d53b8651bab0e02" providerId="LiveId" clId="{F99070D4-0EC4-40BF-9298-F753368A74B3}" dt="2026-03-24T16:19:16.441" v="916" actId="20577"/>
          <ac:spMkLst>
            <pc:docMk/>
            <pc:sldMk cId="0" sldId="268"/>
            <ac:spMk id="3" creationId="{00000000-0000-0000-0000-000000000000}"/>
          </ac:spMkLst>
        </pc:spChg>
      </pc:sldChg>
      <pc:sldChg chg="new del">
        <pc:chgData name="kkoza90210@gmail.com" userId="9d53b8651bab0e02" providerId="LiveId" clId="{F99070D4-0EC4-40BF-9298-F753368A74B3}" dt="2026-03-24T16:13:34.888" v="868" actId="680"/>
        <pc:sldMkLst>
          <pc:docMk/>
          <pc:sldMk cId="474621008" sldId="269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42416" y="2514601"/>
            <a:ext cx="6600451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42416" y="4777380"/>
            <a:ext cx="6600451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8"/>
          <p:cNvSpPr/>
          <p:nvPr/>
        </p:nvSpPr>
        <p:spPr bwMode="auto">
          <a:xfrm>
            <a:off x="-31719" y="4321158"/>
            <a:ext cx="1395473" cy="781781"/>
          </a:xfrm>
          <a:custGeom>
            <a:avLst/>
            <a:gdLst/>
            <a:ahLst/>
            <a:cxnLst/>
            <a:rect l="l" t="t" r="r" b="b"/>
            <a:pathLst>
              <a:path w="8042" h="10000">
                <a:moveTo>
                  <a:pt x="5799" y="10000"/>
                </a:moveTo>
                <a:cubicBezTo>
                  <a:pt x="5880" y="10000"/>
                  <a:pt x="5934" y="9940"/>
                  <a:pt x="5961" y="9880"/>
                </a:cubicBezTo>
                <a:cubicBezTo>
                  <a:pt x="5961" y="9820"/>
                  <a:pt x="5988" y="9820"/>
                  <a:pt x="5988" y="9820"/>
                </a:cubicBezTo>
                <a:lnTo>
                  <a:pt x="8042" y="5260"/>
                </a:lnTo>
                <a:cubicBezTo>
                  <a:pt x="8096" y="5140"/>
                  <a:pt x="8096" y="4901"/>
                  <a:pt x="8042" y="4721"/>
                </a:cubicBezTo>
                <a:lnTo>
                  <a:pt x="5988" y="221"/>
                </a:lnTo>
                <a:cubicBezTo>
                  <a:pt x="5988" y="160"/>
                  <a:pt x="5961" y="160"/>
                  <a:pt x="5961" y="160"/>
                </a:cubicBezTo>
                <a:cubicBezTo>
                  <a:pt x="5934" y="101"/>
                  <a:pt x="5880" y="41"/>
                  <a:pt x="5799" y="41"/>
                </a:cubicBezTo>
                <a:lnTo>
                  <a:pt x="18" y="0"/>
                </a:lnTo>
                <a:cubicBezTo>
                  <a:pt x="12" y="3330"/>
                  <a:pt x="6" y="6661"/>
                  <a:pt x="0" y="9991"/>
                </a:cubicBezTo>
                <a:lnTo>
                  <a:pt x="5799" y="10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23334" y="4529541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79911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5201" y="624110"/>
            <a:ext cx="6589199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42415" y="2133600"/>
            <a:ext cx="6591985" cy="37776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9822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2415" y="2074562"/>
            <a:ext cx="6591985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2415" y="3581400"/>
            <a:ext cx="6591985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58" y="3166527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11228" y="3244140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21331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942416" y="2136706"/>
            <a:ext cx="3197531" cy="376739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37307" y="2136706"/>
            <a:ext cx="3197093" cy="376739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0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11228" y="787783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92535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65352" y="2226626"/>
            <a:ext cx="287459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942415" y="2802888"/>
            <a:ext cx="3197532" cy="310570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6154" y="2223398"/>
            <a:ext cx="28732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333715" y="2799660"/>
            <a:ext cx="3195680" cy="3105703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11228" y="787783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84069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5200" y="624110"/>
            <a:ext cx="6589200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6118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6854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2415" y="446088"/>
            <a:ext cx="2629584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3494" y="446089"/>
            <a:ext cx="3790906" cy="5414963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2415" y="1598613"/>
            <a:ext cx="2629584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39631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2415" y="4800600"/>
            <a:ext cx="6591985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42415" y="634965"/>
            <a:ext cx="6591985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2415" y="5367338"/>
            <a:ext cx="6591985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4910660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11228" y="4983088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77061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2415" y="609600"/>
            <a:ext cx="6591985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2415" y="4354046"/>
            <a:ext cx="6591985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3166527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11228" y="3244140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46228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88123" y="609600"/>
            <a:ext cx="6109587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415972" y="3505200"/>
            <a:ext cx="5653888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2415" y="4354046"/>
            <a:ext cx="6591985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Freeform 11"/>
          <p:cNvSpPr/>
          <p:nvPr/>
        </p:nvSpPr>
        <p:spPr bwMode="auto">
          <a:xfrm flipV="1">
            <a:off x="58" y="3166527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11228" y="3244140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1808316" y="648005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9533" y="290530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85450576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2415" y="2438401"/>
            <a:ext cx="6591985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2415" y="5181600"/>
            <a:ext cx="6591985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58" y="4910660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11228" y="4983088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772010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2188123" y="609600"/>
            <a:ext cx="6109587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942415" y="4343400"/>
            <a:ext cx="6688292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2415" y="5181600"/>
            <a:ext cx="6688292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0" name="Freeform 11"/>
          <p:cNvSpPr/>
          <p:nvPr/>
        </p:nvSpPr>
        <p:spPr bwMode="auto">
          <a:xfrm flipV="1">
            <a:off x="58" y="4910660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11228" y="4983088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1808316" y="648005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69533" y="290530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16007948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2416" y="627407"/>
            <a:ext cx="6591984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942415" y="4343400"/>
            <a:ext cx="6591985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2415" y="5181600"/>
            <a:ext cx="6591985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4910660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11228" y="4983088"/>
            <a:ext cx="584978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608904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1911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78535" y="627406"/>
            <a:ext cx="1656132" cy="5283817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942416" y="627406"/>
            <a:ext cx="4716348" cy="52838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58" y="711194"/>
            <a:ext cx="1358356" cy="508005"/>
          </a:xfrm>
          <a:custGeom>
            <a:avLst/>
            <a:gdLst/>
            <a:ahLst/>
            <a:cxnLst/>
            <a:rect l="l" t="t" r="r" b="b"/>
            <a:pathLst>
              <a:path w="7908" h="10000">
                <a:moveTo>
                  <a:pt x="7908" y="4694"/>
                </a:moveTo>
                <a:lnTo>
                  <a:pt x="6575" y="188"/>
                </a:lnTo>
                <a:cubicBezTo>
                  <a:pt x="6566" y="157"/>
                  <a:pt x="6555" y="125"/>
                  <a:pt x="6546" y="94"/>
                </a:cubicBezTo>
                <a:cubicBezTo>
                  <a:pt x="6519" y="0"/>
                  <a:pt x="6491" y="0"/>
                  <a:pt x="6463" y="0"/>
                </a:cubicBezTo>
                <a:lnTo>
                  <a:pt x="5935" y="0"/>
                </a:lnTo>
                <a:lnTo>
                  <a:pt x="0" y="62"/>
                </a:lnTo>
                <a:lnTo>
                  <a:pt x="0" y="10000"/>
                </a:lnTo>
                <a:lnTo>
                  <a:pt x="5935" y="9952"/>
                </a:lnTo>
                <a:lnTo>
                  <a:pt x="6463" y="9952"/>
                </a:lnTo>
                <a:cubicBezTo>
                  <a:pt x="6491" y="9952"/>
                  <a:pt x="6519" y="9859"/>
                  <a:pt x="6546" y="9859"/>
                </a:cubicBezTo>
                <a:cubicBezTo>
                  <a:pt x="6546" y="9764"/>
                  <a:pt x="6575" y="9764"/>
                  <a:pt x="6575" y="9764"/>
                </a:cubicBezTo>
                <a:lnTo>
                  <a:pt x="7908" y="5258"/>
                </a:lnTo>
                <a:cubicBezTo>
                  <a:pt x="7963" y="5070"/>
                  <a:pt x="7963" y="4883"/>
                  <a:pt x="7908" y="469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09371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/>
          <p:cNvGrpSpPr/>
          <p:nvPr/>
        </p:nvGrpSpPr>
        <p:grpSpPr>
          <a:xfrm>
            <a:off x="1" y="228600"/>
            <a:ext cx="1981200" cy="6638628"/>
            <a:chOff x="2487613" y="285750"/>
            <a:chExt cx="2428875" cy="5654676"/>
          </a:xfrm>
        </p:grpSpPr>
        <p:sp>
          <p:nvSpPr>
            <p:cNvPr id="37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8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9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0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1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2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3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4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5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6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7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48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49" name="Group 48"/>
          <p:cNvGrpSpPr/>
          <p:nvPr/>
        </p:nvGrpSpPr>
        <p:grpSpPr>
          <a:xfrm>
            <a:off x="20421" y="749"/>
            <a:ext cx="1952272" cy="6852504"/>
            <a:chOff x="6627813" y="196102"/>
            <a:chExt cx="1952625" cy="5677649"/>
          </a:xfrm>
        </p:grpSpPr>
        <p:sp>
          <p:nvSpPr>
            <p:cNvPr id="50" name="Freeform 27"/>
            <p:cNvSpPr/>
            <p:nvPr/>
          </p:nvSpPr>
          <p:spPr bwMode="auto">
            <a:xfrm>
              <a:off x="6627813" y="196102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1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2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3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4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5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6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7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8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59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60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61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62" name="Rectangle 6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945200" y="624110"/>
            <a:ext cx="6589200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2415" y="2133600"/>
            <a:ext cx="6591985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772400" y="6135089"/>
            <a:ext cx="766380" cy="370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42415" y="6135809"/>
            <a:ext cx="571648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11228" y="787783"/>
            <a:ext cx="58497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33934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4" r:id="rId1"/>
    <p:sldLayoutId id="2147483785" r:id="rId2"/>
    <p:sldLayoutId id="2147483786" r:id="rId3"/>
    <p:sldLayoutId id="2147483787" r:id="rId4"/>
    <p:sldLayoutId id="2147483788" r:id="rId5"/>
    <p:sldLayoutId id="2147483789" r:id="rId6"/>
    <p:sldLayoutId id="2147483790" r:id="rId7"/>
    <p:sldLayoutId id="2147483791" r:id="rId8"/>
    <p:sldLayoutId id="2147483792" r:id="rId9"/>
    <p:sldLayoutId id="2147483793" r:id="rId10"/>
    <p:sldLayoutId id="2147483794" r:id="rId11"/>
    <p:sldLayoutId id="2147483795" r:id="rId12"/>
    <p:sldLayoutId id="2147483796" r:id="rId13"/>
    <p:sldLayoutId id="2147483797" r:id="rId14"/>
    <p:sldLayoutId id="2147483798" r:id="rId15"/>
    <p:sldLayoutId id="214748379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2">
              <a:lumMod val="7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Retail Inventory &amp; Lost Sales Analytics 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Prepared By: Kesha </a:t>
            </a:r>
            <a:r>
              <a:rPr lang="en-US" dirty="0" err="1"/>
              <a:t>oza</a:t>
            </a:r>
            <a:r>
              <a:rPr lang="en-US" dirty="0"/>
              <a:t>, Anita Burri</a:t>
            </a:r>
          </a:p>
          <a:p>
            <a:r>
              <a:rPr lang="en-US" dirty="0"/>
              <a:t>YID: Y00878953, Y00869033</a:t>
            </a:r>
            <a:endParaRPr dirty="0"/>
          </a:p>
          <a:p>
            <a:r>
              <a:rPr lang="en-US" dirty="0"/>
              <a:t>Institution Affiliation: Youngstown State University</a:t>
            </a:r>
            <a:endParaRPr dirty="0"/>
          </a:p>
          <a:p>
            <a:r>
              <a:rPr lang="en-US" dirty="0"/>
              <a:t>Course Title: Data Engineering Capstone</a:t>
            </a:r>
          </a:p>
          <a:p>
            <a:r>
              <a:rPr lang="en-US" dirty="0"/>
              <a:t>Faculty Advisor: Dr. Robert Gilliland</a:t>
            </a:r>
          </a:p>
          <a:p>
            <a:r>
              <a:rPr lang="en-US" dirty="0"/>
              <a:t>Date: April 17, 2026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Stockouts lead to significant revenue loss in retail</a:t>
            </a:r>
          </a:p>
          <a:p>
            <a:r>
              <a:rPr lang="en-US" dirty="0"/>
              <a:t>Poor inventory planning impacts customer satisfaction</a:t>
            </a:r>
          </a:p>
          <a:p>
            <a:r>
              <a:rPr lang="en-US" dirty="0"/>
              <a:t>Demand fluctuations make inventory management challenging</a:t>
            </a:r>
          </a:p>
          <a:p>
            <a:r>
              <a:rPr lang="en-US" dirty="0"/>
              <a:t>Data analytics helps optimize inventory decisions</a:t>
            </a:r>
          </a:p>
          <a:p>
            <a:r>
              <a:rPr lang="en-US" dirty="0"/>
              <a:t>Data analytics helps optimize inventory decisions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Walmart weekly sales dataset used for analysis</a:t>
            </a:r>
          </a:p>
          <a:p>
            <a:r>
              <a:rPr lang="en-US" dirty="0"/>
              <a:t>Contains store-level and time-based sales data</a:t>
            </a:r>
          </a:p>
          <a:p>
            <a:r>
              <a:rPr lang="en-US" dirty="0"/>
              <a:t>Includes external economic indicators (CPI, fuel price)</a:t>
            </a:r>
          </a:p>
          <a:p>
            <a:r>
              <a:rPr lang="en-US" dirty="0"/>
              <a:t>Covers multiple years of historical data</a:t>
            </a:r>
          </a:p>
          <a:p>
            <a:r>
              <a:rPr lang="en-US" dirty="0"/>
              <a:t>Suitable for trend analysis and demand forecasting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can stockouts be detected using sales data?</a:t>
            </a:r>
          </a:p>
          <a:p>
            <a:r>
              <a:rPr lang="en-US" dirty="0"/>
              <a:t>How much revenue is lost due to stockouts?</a:t>
            </a:r>
          </a:p>
          <a:p>
            <a:r>
              <a:rPr lang="en-US" dirty="0"/>
              <a:t>Which stores are most affected by inventory shortages?</a:t>
            </a:r>
          </a:p>
          <a:p>
            <a:r>
              <a:rPr lang="en-US" dirty="0"/>
              <a:t>How can inventory levels be optimized using data?</a:t>
            </a:r>
          </a:p>
          <a:p>
            <a:r>
              <a:rPr lang="en-US" dirty="0"/>
              <a:t>How to transform raw data into actionable insights?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5416" y="1059872"/>
            <a:ext cx="2259162" cy="4851349"/>
          </a:xfrm>
        </p:spPr>
        <p:txBody>
          <a:bodyPr>
            <a:normAutofit/>
          </a:bodyPr>
          <a:lstStyle/>
          <a:p>
            <a:r>
              <a:rPr lang="en-US" sz="2300"/>
              <a:t>Methodology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60276" y="1059872"/>
            <a:ext cx="4668183" cy="485135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1100"/>
              <a:t>Data ingestion into MySQL from Excel dataset</a:t>
            </a:r>
          </a:p>
          <a:p>
            <a:pPr>
              <a:lnSpc>
                <a:spcPct val="90000"/>
              </a:lnSpc>
            </a:pPr>
            <a:r>
              <a:rPr lang="en-US" sz="1100"/>
              <a:t>Data cleaning and transformation using staging layer</a:t>
            </a:r>
          </a:p>
          <a:p>
            <a:pPr>
              <a:lnSpc>
                <a:spcPct val="90000"/>
              </a:lnSpc>
            </a:pPr>
            <a:r>
              <a:rPr lang="en-US" sz="1100"/>
              <a:t>Dimensional modeling using fact and dimension tables</a:t>
            </a:r>
          </a:p>
          <a:p>
            <a:pPr>
              <a:lnSpc>
                <a:spcPct val="90000"/>
              </a:lnSpc>
            </a:pPr>
            <a:r>
              <a:rPr lang="en-US" sz="1100"/>
              <a:t>SQL used for analytical calculations and aggregation</a:t>
            </a:r>
          </a:p>
          <a:p>
            <a:pPr>
              <a:lnSpc>
                <a:spcPct val="90000"/>
              </a:lnSpc>
            </a:pPr>
            <a:r>
              <a:rPr lang="en-US" sz="1100"/>
              <a:t>Power BI used for visualization and reporting</a:t>
            </a:r>
          </a:p>
          <a:p>
            <a:pPr>
              <a:lnSpc>
                <a:spcPct val="90000"/>
              </a:lnSpc>
            </a:pPr>
            <a:r>
              <a:rPr lang="en-US" sz="1100"/>
              <a:t>End-to-end pipeline from raw data to insights</a:t>
            </a:r>
          </a:p>
          <a:p>
            <a:pPr marL="0" indent="0">
              <a:lnSpc>
                <a:spcPct val="90000"/>
              </a:lnSpc>
              <a:buNone/>
            </a:pPr>
            <a:endParaRPr lang="en-US" sz="1100"/>
          </a:p>
          <a:p>
            <a:pPr marL="0" indent="0">
              <a:lnSpc>
                <a:spcPct val="90000"/>
              </a:lnSpc>
              <a:buNone/>
            </a:pPr>
            <a:r>
              <a:rPr lang="en-US" sz="1100"/>
              <a:t>MySQL (raw_walmart_sales)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sz="1100"/>
              <a:t>        ↓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sz="1100"/>
              <a:t>Staging Layer (stg_sales)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sz="1100"/>
              <a:t>        ↓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sz="1100"/>
              <a:t>Data Model (fact_sales + dimensions)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sz="1100"/>
              <a:t>        ↓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sz="1100"/>
              <a:t>Analytical Views (SQL)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sz="1100"/>
              <a:t>        ↓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sz="1100"/>
              <a:t>Power BI Dashboard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Star schema used for efficient data modeling</a:t>
            </a:r>
          </a:p>
          <a:p>
            <a:r>
              <a:rPr lang="en-US" dirty="0"/>
              <a:t>Fact table stores transactional sales data</a:t>
            </a:r>
          </a:p>
          <a:p>
            <a:r>
              <a:rPr lang="fr-FR" dirty="0"/>
              <a:t>Dimension tables </a:t>
            </a:r>
            <a:r>
              <a:rPr lang="fr-FR" dirty="0" err="1"/>
              <a:t>provide</a:t>
            </a:r>
            <a:r>
              <a:rPr lang="fr-FR" dirty="0"/>
              <a:t> descriptive </a:t>
            </a:r>
            <a:r>
              <a:rPr lang="fr-FR" dirty="0" err="1"/>
              <a:t>attributes</a:t>
            </a:r>
            <a:endParaRPr lang="fr-FR" dirty="0"/>
          </a:p>
          <a:p>
            <a:r>
              <a:rPr lang="en-US" dirty="0"/>
              <a:t>Improves query performance and scalability</a:t>
            </a:r>
          </a:p>
          <a:p>
            <a:r>
              <a:rPr lang="en-US" dirty="0"/>
              <a:t>Supports analytical reporting and dashboarding</a:t>
            </a: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Business Logic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Starting Inventory = Average Weekly Sales × Weeks of Cover </a:t>
            </a:r>
            <a:r>
              <a:rPr dirty="0"/>
              <a:t>Stockout when inventory ≤ 0</a:t>
            </a:r>
            <a:endParaRPr lang="en-US" dirty="0"/>
          </a:p>
          <a:p>
            <a:r>
              <a:rPr lang="en-US" dirty="0"/>
              <a:t>Inventory simulation based on historical demand</a:t>
            </a:r>
          </a:p>
          <a:p>
            <a:r>
              <a:rPr lang="en-US" dirty="0"/>
              <a:t>Stockout occurs when simulated inventory ≤ 0</a:t>
            </a:r>
          </a:p>
          <a:p>
            <a:r>
              <a:rPr lang="en-US" dirty="0"/>
              <a:t>Lost Sales represent unmet customer demand</a:t>
            </a:r>
          </a:p>
          <a:p>
            <a:r>
              <a:rPr lang="en-US" dirty="0"/>
              <a:t>Helps estimate revenue loss due to stockouts</a:t>
            </a:r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5416" y="1059872"/>
            <a:ext cx="2259162" cy="4851349"/>
          </a:xfrm>
        </p:spPr>
        <p:txBody>
          <a:bodyPr>
            <a:normAutofit/>
          </a:bodyPr>
          <a:lstStyle/>
          <a:p>
            <a:r>
              <a:rPr lang="en-US" sz="2000"/>
              <a:t>SQL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60276" y="1059872"/>
            <a:ext cx="4668183" cy="485135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1300"/>
              <a:t>Data cleaned and transformed using staging table</a:t>
            </a:r>
          </a:p>
          <a:p>
            <a:pPr>
              <a:lnSpc>
                <a:spcPct val="90000"/>
              </a:lnSpc>
            </a:pPr>
            <a:r>
              <a:rPr lang="en-US" sz="1300"/>
              <a:t>Created fact and dimension tables in MySQL</a:t>
            </a:r>
          </a:p>
          <a:p>
            <a:pPr>
              <a:lnSpc>
                <a:spcPct val="90000"/>
              </a:lnSpc>
            </a:pPr>
            <a:r>
              <a:rPr lang="en-US" sz="1300"/>
              <a:t>Developed analytical SQL views for KPIs</a:t>
            </a:r>
          </a:p>
          <a:p>
            <a:pPr>
              <a:lnSpc>
                <a:spcPct val="90000"/>
              </a:lnSpc>
            </a:pPr>
            <a:r>
              <a:rPr lang="en-US" sz="1300"/>
              <a:t>Implemented inventory simulation logic</a:t>
            </a:r>
          </a:p>
          <a:p>
            <a:pPr>
              <a:lnSpc>
                <a:spcPct val="90000"/>
              </a:lnSpc>
            </a:pPr>
            <a:r>
              <a:rPr lang="en-US" sz="1300"/>
              <a:t>Used aggregation functions for store-level analysis</a:t>
            </a:r>
          </a:p>
          <a:p>
            <a:pPr>
              <a:lnSpc>
                <a:spcPct val="90000"/>
              </a:lnSpc>
            </a:pPr>
            <a:r>
              <a:rPr lang="en-US" sz="1300"/>
              <a:t>Added dynamic parameter for flexible inventory modeling</a:t>
            </a:r>
          </a:p>
          <a:p>
            <a:pPr marL="0" indent="0">
              <a:lnSpc>
                <a:spcPct val="90000"/>
              </a:lnSpc>
              <a:buNone/>
            </a:pPr>
            <a:endParaRPr lang="en-US" sz="1300"/>
          </a:p>
          <a:p>
            <a:pPr>
              <a:lnSpc>
                <a:spcPct val="90000"/>
              </a:lnSpc>
            </a:pPr>
            <a:r>
              <a:rPr lang="en-US" sz="1300"/>
              <a:t># Top 10 stores by total sales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sz="1300"/>
              <a:t>	SELECT </a:t>
            </a:r>
            <a:r>
              <a:rPr lang="en-US" sz="1300" err="1"/>
              <a:t>store_id</a:t>
            </a:r>
            <a:r>
              <a:rPr lang="en-US" sz="1300"/>
              <a:t>, ROUND(SUM(</a:t>
            </a:r>
            <a:r>
              <a:rPr lang="en-US" sz="1300" err="1"/>
              <a:t>weekly_sales</a:t>
            </a:r>
            <a:r>
              <a:rPr lang="en-US" sz="1300"/>
              <a:t>), 2) AS 	</a:t>
            </a:r>
            <a:r>
              <a:rPr lang="en-US" sz="1300" err="1"/>
              <a:t>total_sales</a:t>
            </a:r>
            <a:endParaRPr lang="en-US" sz="1300"/>
          </a:p>
          <a:p>
            <a:pPr marL="0" indent="0">
              <a:lnSpc>
                <a:spcPct val="90000"/>
              </a:lnSpc>
              <a:buNone/>
            </a:pPr>
            <a:r>
              <a:rPr lang="en-US" sz="1300"/>
              <a:t>	FROM </a:t>
            </a:r>
            <a:r>
              <a:rPr lang="en-US" sz="1300" err="1"/>
              <a:t>fact_sales</a:t>
            </a:r>
            <a:endParaRPr lang="en-US" sz="1300"/>
          </a:p>
          <a:p>
            <a:pPr marL="0" indent="0">
              <a:lnSpc>
                <a:spcPct val="90000"/>
              </a:lnSpc>
              <a:buNone/>
            </a:pPr>
            <a:r>
              <a:rPr lang="en-US" sz="1300"/>
              <a:t>	GROUP BY </a:t>
            </a:r>
            <a:r>
              <a:rPr lang="en-US" sz="1300" err="1"/>
              <a:t>store_id</a:t>
            </a:r>
            <a:endParaRPr lang="en-US" sz="1300"/>
          </a:p>
          <a:p>
            <a:pPr marL="0" indent="0">
              <a:lnSpc>
                <a:spcPct val="90000"/>
              </a:lnSpc>
              <a:buNone/>
            </a:pPr>
            <a:r>
              <a:rPr lang="en-US" sz="1300"/>
              <a:t>	ORDER BY </a:t>
            </a:r>
            <a:r>
              <a:rPr lang="en-US" sz="1300" err="1"/>
              <a:t>total_sales</a:t>
            </a:r>
            <a:r>
              <a:rPr lang="en-US" sz="1300"/>
              <a:t> DESC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sz="1300"/>
              <a:t>	LIMIT 10;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8685" y="804520"/>
            <a:ext cx="3132383" cy="1049235"/>
          </a:xfrm>
        </p:spPr>
        <p:txBody>
          <a:bodyPr>
            <a:normAutofit/>
          </a:bodyPr>
          <a:lstStyle/>
          <a:p>
            <a:r>
              <a:rPr lang="en-US"/>
              <a:t>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88685" y="2015732"/>
            <a:ext cx="3129159" cy="345061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Tested different inventory coverage levels</a:t>
            </a:r>
          </a:p>
          <a:p>
            <a:r>
              <a:rPr lang="en-US" dirty="0"/>
              <a:t>Analyzed impact on stockout frequency</a:t>
            </a:r>
          </a:p>
          <a:p>
            <a:r>
              <a:rPr lang="en-US" dirty="0"/>
              <a:t>Compared lost sales across stores</a:t>
            </a:r>
          </a:p>
          <a:p>
            <a:r>
              <a:rPr lang="en-US" dirty="0"/>
              <a:t>Evaluated store-level performance variations</a:t>
            </a:r>
          </a:p>
          <a:p>
            <a:r>
              <a:rPr lang="en-US" dirty="0"/>
              <a:t>Evaluated store-level performance variations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FEF39DF-0230-EC28-675E-6E3D06C560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0808" y="2015732"/>
            <a:ext cx="3720331" cy="359011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5F9600F-5F32-70F0-7633-865D5891F3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0447" y="135437"/>
            <a:ext cx="4081880" cy="217978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F80CC3A-426E-BB4E-E3FD-DC896ECF14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0447" y="4825998"/>
            <a:ext cx="4081880" cy="200118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C0ED412-10D2-C644-9F2F-D60A6AB26E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0447" y="2363000"/>
            <a:ext cx="4081880" cy="23106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2" y="640831"/>
            <a:ext cx="4358523" cy="1573863"/>
          </a:xfrm>
        </p:spPr>
        <p:txBody>
          <a:bodyPr>
            <a:normAutofit/>
          </a:bodyPr>
          <a:lstStyle/>
          <a:p>
            <a:r>
              <a:rPr lang="en-US" dirty="0"/>
              <a:t>Dashboard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330" y="2367092"/>
            <a:ext cx="4155117" cy="3881309"/>
          </a:xfrm>
        </p:spPr>
        <p:txBody>
          <a:bodyPr>
            <a:normAutofit/>
          </a:bodyPr>
          <a:lstStyle/>
          <a:p>
            <a:r>
              <a:rPr lang="en-US" sz="1600" dirty="0"/>
              <a:t>Executive Summary for high-level KPIs</a:t>
            </a:r>
          </a:p>
          <a:p>
            <a:r>
              <a:rPr lang="en-US" sz="1600" dirty="0"/>
              <a:t>Trend Analysis for time-based insights</a:t>
            </a:r>
          </a:p>
          <a:p>
            <a:r>
              <a:rPr lang="en-US" sz="1600" dirty="0"/>
              <a:t>Business Insights for decision-making</a:t>
            </a:r>
          </a:p>
          <a:p>
            <a:r>
              <a:rPr lang="en-US" sz="1600" dirty="0"/>
              <a:t>Interactive filters for better exploration</a:t>
            </a:r>
          </a:p>
          <a:p>
            <a:r>
              <a:rPr lang="en-US" sz="1600" dirty="0"/>
              <a:t>Designed for business users and stakeholders</a:t>
            </a:r>
          </a:p>
          <a:p>
            <a:pPr marL="0" indent="0">
              <a:buNone/>
            </a:pP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High-demand stores experience frequent stockouts</a:t>
            </a:r>
          </a:p>
          <a:p>
            <a:r>
              <a:rPr lang="en-US" dirty="0"/>
              <a:t>Inventory levels are insufficient for peak demand</a:t>
            </a:r>
          </a:p>
          <a:p>
            <a:r>
              <a:rPr lang="en-US" dirty="0"/>
              <a:t>Lost sales are concentrated in top-performing stores</a:t>
            </a:r>
          </a:p>
          <a:p>
            <a:r>
              <a:rPr lang="en-US" dirty="0"/>
              <a:t>Seasonal trends impact sales performance</a:t>
            </a:r>
          </a:p>
          <a:p>
            <a:r>
              <a:rPr lang="en-US" dirty="0"/>
              <a:t>Data-driven decisions can reduce inventory risks</a:t>
            </a:r>
            <a:endParaRPr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Developed an end-to-end data pipeline solution</a:t>
            </a:r>
          </a:p>
          <a:p>
            <a:r>
              <a:rPr lang="en-US" dirty="0"/>
              <a:t>Successfully identified stockout risks</a:t>
            </a:r>
          </a:p>
          <a:p>
            <a:r>
              <a:rPr lang="en-US" dirty="0"/>
              <a:t>Estimated lost sales using analytical modeling</a:t>
            </a:r>
          </a:p>
          <a:p>
            <a:r>
              <a:rPr lang="en-US" dirty="0"/>
              <a:t>Built an interactive dashboard for insights</a:t>
            </a:r>
          </a:p>
          <a:p>
            <a:r>
              <a:rPr lang="en-US" dirty="0"/>
              <a:t>Demonstrated integration of SQL and Power BI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Team Contribution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331" y="2367094"/>
            <a:ext cx="7773339" cy="38723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Kesha Oza</a:t>
            </a:r>
          </a:p>
          <a:p>
            <a:r>
              <a:rPr lang="en-US" dirty="0"/>
              <a:t>SQL data modeling and transformations</a:t>
            </a:r>
          </a:p>
          <a:p>
            <a:r>
              <a:rPr lang="en-US" dirty="0"/>
              <a:t>Power BI dashboard development</a:t>
            </a:r>
          </a:p>
          <a:p>
            <a:r>
              <a:rPr lang="en-US" dirty="0"/>
              <a:t>KPI calculation and analysis</a:t>
            </a:r>
          </a:p>
          <a:p>
            <a:pPr marL="0" indent="0">
              <a:buNone/>
            </a:pPr>
            <a:r>
              <a:rPr lang="en-US" b="1" dirty="0"/>
              <a:t>Anita Burri</a:t>
            </a:r>
          </a:p>
          <a:p>
            <a:r>
              <a:rPr lang="en-US" dirty="0"/>
              <a:t>Data preparation and validation</a:t>
            </a:r>
          </a:p>
          <a:p>
            <a:r>
              <a:rPr lang="en-US" dirty="0"/>
              <a:t>Visualization support and formatting</a:t>
            </a:r>
          </a:p>
          <a:p>
            <a:r>
              <a:rPr lang="en-US" dirty="0"/>
              <a:t>Documentation and report writing </a:t>
            </a:r>
          </a:p>
          <a:p>
            <a:endParaRPr lang="en-US" b="1" dirty="0"/>
          </a:p>
          <a:p>
            <a:pPr marL="0" indent="0">
              <a:buNone/>
            </a:pPr>
            <a:endParaRPr lang="en-US" b="1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2E5369"/>
      </a:dk2>
      <a:lt2>
        <a:srgbClr val="CFE2E7"/>
      </a:lt2>
      <a:accent1>
        <a:srgbClr val="353535"/>
      </a:accent1>
      <a:accent2>
        <a:srgbClr val="1CACE3"/>
      </a:accent2>
      <a:accent3>
        <a:srgbClr val="265991"/>
      </a:accent3>
      <a:accent4>
        <a:srgbClr val="7E40CC"/>
      </a:accent4>
      <a:accent5>
        <a:srgbClr val="B927E9"/>
      </a:accent5>
      <a:accent6>
        <a:srgbClr val="E833BF"/>
      </a:accent6>
      <a:hlink>
        <a:srgbClr val="2DA0F1"/>
      </a:hlink>
      <a:folHlink>
        <a:srgbClr val="7ED1E6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4F34B87B-9C7A-41AE-A6CB-48536223DFF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92</TotalTime>
  <Words>551</Words>
  <Application>Microsoft Office PowerPoint</Application>
  <PresentationFormat>On-screen Show (4:3)</PresentationFormat>
  <Paragraphs>101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Century Gothic</vt:lpstr>
      <vt:lpstr>Wingdings 3</vt:lpstr>
      <vt:lpstr>Wisp</vt:lpstr>
      <vt:lpstr>Retail Inventory &amp; Lost Sales Analytics Data Pipeline</vt:lpstr>
      <vt:lpstr>Introduction</vt:lpstr>
      <vt:lpstr>Background</vt:lpstr>
      <vt:lpstr>Problem Statement</vt:lpstr>
      <vt:lpstr>Methodology</vt:lpstr>
      <vt:lpstr>Data Model</vt:lpstr>
      <vt:lpstr>Business Logic</vt:lpstr>
      <vt:lpstr>SQL Implementation</vt:lpstr>
      <vt:lpstr>Experiments</vt:lpstr>
      <vt:lpstr>Dashboard Overview</vt:lpstr>
      <vt:lpstr>Discussion</vt:lpstr>
      <vt:lpstr>Conclusion</vt:lpstr>
      <vt:lpstr>Team Contribution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Kris O</dc:creator>
  <cp:keywords/>
  <dc:description>generated using python-pptx</dc:description>
  <cp:lastModifiedBy>kkoza90210@gmail.com</cp:lastModifiedBy>
  <cp:revision>2</cp:revision>
  <dcterms:created xsi:type="dcterms:W3CDTF">2013-01-27T09:14:16Z</dcterms:created>
  <dcterms:modified xsi:type="dcterms:W3CDTF">2026-03-24T16:19:20Z</dcterms:modified>
  <cp:category/>
</cp:coreProperties>
</file>